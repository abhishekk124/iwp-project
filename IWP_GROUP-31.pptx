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1111"/>
    <a:srgbClr val="18181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76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3A6FD-F9E9-3F05-018D-34BF414FBF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EE20D9B-3E74-5CD0-C2A7-171F791888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0EE4AAA-9DD7-1707-6FAF-04E4828F0645}"/>
              </a:ext>
            </a:extLst>
          </p:cNvPr>
          <p:cNvSpPr>
            <a:spLocks noGrp="1"/>
          </p:cNvSpPr>
          <p:nvPr>
            <p:ph type="dt" sz="half" idx="10"/>
          </p:nvPr>
        </p:nvSpPr>
        <p:spPr/>
        <p:txBody>
          <a:bodyPr/>
          <a:lstStyle/>
          <a:p>
            <a:fld id="{6DD023A8-8A87-4C85-899A-1EB1F70C6916}" type="datetimeFigureOut">
              <a:rPr lang="en-IN" smtClean="0"/>
              <a:t>19-11-2025</a:t>
            </a:fld>
            <a:endParaRPr lang="en-IN"/>
          </a:p>
        </p:txBody>
      </p:sp>
      <p:sp>
        <p:nvSpPr>
          <p:cNvPr id="5" name="Footer Placeholder 4">
            <a:extLst>
              <a:ext uri="{FF2B5EF4-FFF2-40B4-BE49-F238E27FC236}">
                <a16:creationId xmlns:a16="http://schemas.microsoft.com/office/drawing/2014/main" id="{C3FBD59F-73DC-072F-BB48-19B94973E3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B375A8-A023-2681-2673-A853D5675062}"/>
              </a:ext>
            </a:extLst>
          </p:cNvPr>
          <p:cNvSpPr>
            <a:spLocks noGrp="1"/>
          </p:cNvSpPr>
          <p:nvPr>
            <p:ph type="sldNum" sz="quarter" idx="12"/>
          </p:nvPr>
        </p:nvSpPr>
        <p:spPr/>
        <p:txBody>
          <a:bodyPr/>
          <a:lstStyle/>
          <a:p>
            <a:fld id="{51CC4C75-8DF4-45A4-B07C-3C39DBE706D2}" type="slidenum">
              <a:rPr lang="en-IN" smtClean="0"/>
              <a:t>‹#›</a:t>
            </a:fld>
            <a:endParaRPr lang="en-IN"/>
          </a:p>
        </p:txBody>
      </p:sp>
    </p:spTree>
    <p:extLst>
      <p:ext uri="{BB962C8B-B14F-4D97-AF65-F5344CB8AC3E}">
        <p14:creationId xmlns:p14="http://schemas.microsoft.com/office/powerpoint/2010/main" val="1282911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78C4E-9400-3CB5-41D7-2DBBEA92709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E6A8EF7-1BD3-7236-A649-67FB382AA5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0F938A-DA31-2EE9-EE60-B7646BB2D009}"/>
              </a:ext>
            </a:extLst>
          </p:cNvPr>
          <p:cNvSpPr>
            <a:spLocks noGrp="1"/>
          </p:cNvSpPr>
          <p:nvPr>
            <p:ph type="dt" sz="half" idx="10"/>
          </p:nvPr>
        </p:nvSpPr>
        <p:spPr/>
        <p:txBody>
          <a:bodyPr/>
          <a:lstStyle/>
          <a:p>
            <a:fld id="{6DD023A8-8A87-4C85-899A-1EB1F70C6916}" type="datetimeFigureOut">
              <a:rPr lang="en-IN" smtClean="0"/>
              <a:t>19-11-2025</a:t>
            </a:fld>
            <a:endParaRPr lang="en-IN"/>
          </a:p>
        </p:txBody>
      </p:sp>
      <p:sp>
        <p:nvSpPr>
          <p:cNvPr id="5" name="Footer Placeholder 4">
            <a:extLst>
              <a:ext uri="{FF2B5EF4-FFF2-40B4-BE49-F238E27FC236}">
                <a16:creationId xmlns:a16="http://schemas.microsoft.com/office/drawing/2014/main" id="{EDCC292E-6E35-6CDA-345B-86D3DD20D2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89E67C-157D-1EF7-4961-45BE884B5B0D}"/>
              </a:ext>
            </a:extLst>
          </p:cNvPr>
          <p:cNvSpPr>
            <a:spLocks noGrp="1"/>
          </p:cNvSpPr>
          <p:nvPr>
            <p:ph type="sldNum" sz="quarter" idx="12"/>
          </p:nvPr>
        </p:nvSpPr>
        <p:spPr/>
        <p:txBody>
          <a:bodyPr/>
          <a:lstStyle/>
          <a:p>
            <a:fld id="{51CC4C75-8DF4-45A4-B07C-3C39DBE706D2}" type="slidenum">
              <a:rPr lang="en-IN" smtClean="0"/>
              <a:t>‹#›</a:t>
            </a:fld>
            <a:endParaRPr lang="en-IN"/>
          </a:p>
        </p:txBody>
      </p:sp>
    </p:spTree>
    <p:extLst>
      <p:ext uri="{BB962C8B-B14F-4D97-AF65-F5344CB8AC3E}">
        <p14:creationId xmlns:p14="http://schemas.microsoft.com/office/powerpoint/2010/main" val="2604217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3D479-956E-8144-675F-2198BE6835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067730B-20E6-FB7B-1D36-47321D5674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D29064-918B-0E56-DCC9-37C39F9FEC47}"/>
              </a:ext>
            </a:extLst>
          </p:cNvPr>
          <p:cNvSpPr>
            <a:spLocks noGrp="1"/>
          </p:cNvSpPr>
          <p:nvPr>
            <p:ph type="dt" sz="half" idx="10"/>
          </p:nvPr>
        </p:nvSpPr>
        <p:spPr/>
        <p:txBody>
          <a:bodyPr/>
          <a:lstStyle/>
          <a:p>
            <a:fld id="{6DD023A8-8A87-4C85-899A-1EB1F70C6916}" type="datetimeFigureOut">
              <a:rPr lang="en-IN" smtClean="0"/>
              <a:t>19-11-2025</a:t>
            </a:fld>
            <a:endParaRPr lang="en-IN"/>
          </a:p>
        </p:txBody>
      </p:sp>
      <p:sp>
        <p:nvSpPr>
          <p:cNvPr id="5" name="Footer Placeholder 4">
            <a:extLst>
              <a:ext uri="{FF2B5EF4-FFF2-40B4-BE49-F238E27FC236}">
                <a16:creationId xmlns:a16="http://schemas.microsoft.com/office/drawing/2014/main" id="{BAA8CDCD-9E57-EA30-7067-4685616B14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E7556F-3A90-B3DC-35A4-BA83BD7C6F16}"/>
              </a:ext>
            </a:extLst>
          </p:cNvPr>
          <p:cNvSpPr>
            <a:spLocks noGrp="1"/>
          </p:cNvSpPr>
          <p:nvPr>
            <p:ph type="sldNum" sz="quarter" idx="12"/>
          </p:nvPr>
        </p:nvSpPr>
        <p:spPr/>
        <p:txBody>
          <a:bodyPr/>
          <a:lstStyle/>
          <a:p>
            <a:fld id="{51CC4C75-8DF4-45A4-B07C-3C39DBE706D2}" type="slidenum">
              <a:rPr lang="en-IN" smtClean="0"/>
              <a:t>‹#›</a:t>
            </a:fld>
            <a:endParaRPr lang="en-IN"/>
          </a:p>
        </p:txBody>
      </p:sp>
    </p:spTree>
    <p:extLst>
      <p:ext uri="{BB962C8B-B14F-4D97-AF65-F5344CB8AC3E}">
        <p14:creationId xmlns:p14="http://schemas.microsoft.com/office/powerpoint/2010/main" val="2557838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EC01B-B9DA-A22A-C018-ED89FD346C0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8E45C28-DC0F-8834-E95F-3BA248232B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7BA23CF-14A8-3D5C-A3A5-2A9EBB1ECF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C503D6C-820D-E126-EC13-36B92BED53DA}"/>
              </a:ext>
            </a:extLst>
          </p:cNvPr>
          <p:cNvSpPr>
            <a:spLocks noGrp="1"/>
          </p:cNvSpPr>
          <p:nvPr>
            <p:ph type="dt" sz="half" idx="10"/>
          </p:nvPr>
        </p:nvSpPr>
        <p:spPr/>
        <p:txBody>
          <a:bodyPr/>
          <a:lstStyle/>
          <a:p>
            <a:fld id="{6DD023A8-8A87-4C85-899A-1EB1F70C6916}" type="datetimeFigureOut">
              <a:rPr lang="en-IN" smtClean="0"/>
              <a:t>19-11-2025</a:t>
            </a:fld>
            <a:endParaRPr lang="en-IN"/>
          </a:p>
        </p:txBody>
      </p:sp>
      <p:sp>
        <p:nvSpPr>
          <p:cNvPr id="6" name="Footer Placeholder 5">
            <a:extLst>
              <a:ext uri="{FF2B5EF4-FFF2-40B4-BE49-F238E27FC236}">
                <a16:creationId xmlns:a16="http://schemas.microsoft.com/office/drawing/2014/main" id="{03947936-B03F-A0F8-4552-5130E29C87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FF3206-0E70-8709-8303-B1BF68C812A8}"/>
              </a:ext>
            </a:extLst>
          </p:cNvPr>
          <p:cNvSpPr>
            <a:spLocks noGrp="1"/>
          </p:cNvSpPr>
          <p:nvPr>
            <p:ph type="sldNum" sz="quarter" idx="12"/>
          </p:nvPr>
        </p:nvSpPr>
        <p:spPr/>
        <p:txBody>
          <a:bodyPr/>
          <a:lstStyle/>
          <a:p>
            <a:fld id="{51CC4C75-8DF4-45A4-B07C-3C39DBE706D2}" type="slidenum">
              <a:rPr lang="en-IN" smtClean="0"/>
              <a:t>‹#›</a:t>
            </a:fld>
            <a:endParaRPr lang="en-IN"/>
          </a:p>
        </p:txBody>
      </p:sp>
    </p:spTree>
    <p:extLst>
      <p:ext uri="{BB962C8B-B14F-4D97-AF65-F5344CB8AC3E}">
        <p14:creationId xmlns:p14="http://schemas.microsoft.com/office/powerpoint/2010/main" val="2747759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D323B-09A8-D8CE-8E62-28FCC997CF0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95E01ED-10DE-8128-BEAE-5133AC2D2B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41F974-0B05-BAD4-28D4-DC544D1089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F103019-7AE3-4651-3D98-C268A72C66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BA8DB9-85BC-92AD-0849-A56496E0D7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2AF3374-D3BE-F1A0-3437-4633BDDD8988}"/>
              </a:ext>
            </a:extLst>
          </p:cNvPr>
          <p:cNvSpPr>
            <a:spLocks noGrp="1"/>
          </p:cNvSpPr>
          <p:nvPr>
            <p:ph type="dt" sz="half" idx="10"/>
          </p:nvPr>
        </p:nvSpPr>
        <p:spPr/>
        <p:txBody>
          <a:bodyPr/>
          <a:lstStyle/>
          <a:p>
            <a:fld id="{6DD023A8-8A87-4C85-899A-1EB1F70C6916}" type="datetimeFigureOut">
              <a:rPr lang="en-IN" smtClean="0"/>
              <a:t>19-11-2025</a:t>
            </a:fld>
            <a:endParaRPr lang="en-IN"/>
          </a:p>
        </p:txBody>
      </p:sp>
      <p:sp>
        <p:nvSpPr>
          <p:cNvPr id="8" name="Footer Placeholder 7">
            <a:extLst>
              <a:ext uri="{FF2B5EF4-FFF2-40B4-BE49-F238E27FC236}">
                <a16:creationId xmlns:a16="http://schemas.microsoft.com/office/drawing/2014/main" id="{2C6827F8-D70F-744D-25E4-888CD956B7C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A03362D-6980-3637-503F-B18E3BDB926A}"/>
              </a:ext>
            </a:extLst>
          </p:cNvPr>
          <p:cNvSpPr>
            <a:spLocks noGrp="1"/>
          </p:cNvSpPr>
          <p:nvPr>
            <p:ph type="sldNum" sz="quarter" idx="12"/>
          </p:nvPr>
        </p:nvSpPr>
        <p:spPr/>
        <p:txBody>
          <a:bodyPr/>
          <a:lstStyle/>
          <a:p>
            <a:fld id="{51CC4C75-8DF4-45A4-B07C-3C39DBE706D2}" type="slidenum">
              <a:rPr lang="en-IN" smtClean="0"/>
              <a:t>‹#›</a:t>
            </a:fld>
            <a:endParaRPr lang="en-IN"/>
          </a:p>
        </p:txBody>
      </p:sp>
    </p:spTree>
    <p:extLst>
      <p:ext uri="{BB962C8B-B14F-4D97-AF65-F5344CB8AC3E}">
        <p14:creationId xmlns:p14="http://schemas.microsoft.com/office/powerpoint/2010/main" val="2644198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EB74E-58F7-7E82-4FDB-3C2F4181031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9319AE7-5F38-C679-26D4-A9A897B13BEB}"/>
              </a:ext>
            </a:extLst>
          </p:cNvPr>
          <p:cNvSpPr>
            <a:spLocks noGrp="1"/>
          </p:cNvSpPr>
          <p:nvPr>
            <p:ph type="dt" sz="half" idx="10"/>
          </p:nvPr>
        </p:nvSpPr>
        <p:spPr/>
        <p:txBody>
          <a:bodyPr/>
          <a:lstStyle/>
          <a:p>
            <a:fld id="{6DD023A8-8A87-4C85-899A-1EB1F70C6916}" type="datetimeFigureOut">
              <a:rPr lang="en-IN" smtClean="0"/>
              <a:t>19-11-2025</a:t>
            </a:fld>
            <a:endParaRPr lang="en-IN"/>
          </a:p>
        </p:txBody>
      </p:sp>
      <p:sp>
        <p:nvSpPr>
          <p:cNvPr id="4" name="Footer Placeholder 3">
            <a:extLst>
              <a:ext uri="{FF2B5EF4-FFF2-40B4-BE49-F238E27FC236}">
                <a16:creationId xmlns:a16="http://schemas.microsoft.com/office/drawing/2014/main" id="{F4B17CE9-7084-EAA9-A67A-37B27F1D3FB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86146B9-9ABF-5E80-7740-FB01209507A0}"/>
              </a:ext>
            </a:extLst>
          </p:cNvPr>
          <p:cNvSpPr>
            <a:spLocks noGrp="1"/>
          </p:cNvSpPr>
          <p:nvPr>
            <p:ph type="sldNum" sz="quarter" idx="12"/>
          </p:nvPr>
        </p:nvSpPr>
        <p:spPr/>
        <p:txBody>
          <a:bodyPr/>
          <a:lstStyle/>
          <a:p>
            <a:fld id="{51CC4C75-8DF4-45A4-B07C-3C39DBE706D2}" type="slidenum">
              <a:rPr lang="en-IN" smtClean="0"/>
              <a:t>‹#›</a:t>
            </a:fld>
            <a:endParaRPr lang="en-IN"/>
          </a:p>
        </p:txBody>
      </p:sp>
    </p:spTree>
    <p:extLst>
      <p:ext uri="{BB962C8B-B14F-4D97-AF65-F5344CB8AC3E}">
        <p14:creationId xmlns:p14="http://schemas.microsoft.com/office/powerpoint/2010/main" val="4018384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7AADAB-A941-A4DC-997C-2471215BB001}"/>
              </a:ext>
            </a:extLst>
          </p:cNvPr>
          <p:cNvSpPr>
            <a:spLocks noGrp="1"/>
          </p:cNvSpPr>
          <p:nvPr>
            <p:ph type="dt" sz="half" idx="10"/>
          </p:nvPr>
        </p:nvSpPr>
        <p:spPr/>
        <p:txBody>
          <a:bodyPr/>
          <a:lstStyle/>
          <a:p>
            <a:fld id="{6DD023A8-8A87-4C85-899A-1EB1F70C6916}" type="datetimeFigureOut">
              <a:rPr lang="en-IN" smtClean="0"/>
              <a:t>19-11-2025</a:t>
            </a:fld>
            <a:endParaRPr lang="en-IN"/>
          </a:p>
        </p:txBody>
      </p:sp>
      <p:sp>
        <p:nvSpPr>
          <p:cNvPr id="3" name="Footer Placeholder 2">
            <a:extLst>
              <a:ext uri="{FF2B5EF4-FFF2-40B4-BE49-F238E27FC236}">
                <a16:creationId xmlns:a16="http://schemas.microsoft.com/office/drawing/2014/main" id="{34B5D7CB-AA38-A0E8-25EC-F9C0ED429B8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AEE6F2B-94AA-AE0E-24F2-255EE4BC34D0}"/>
              </a:ext>
            </a:extLst>
          </p:cNvPr>
          <p:cNvSpPr>
            <a:spLocks noGrp="1"/>
          </p:cNvSpPr>
          <p:nvPr>
            <p:ph type="sldNum" sz="quarter" idx="12"/>
          </p:nvPr>
        </p:nvSpPr>
        <p:spPr/>
        <p:txBody>
          <a:bodyPr/>
          <a:lstStyle/>
          <a:p>
            <a:fld id="{51CC4C75-8DF4-45A4-B07C-3C39DBE706D2}" type="slidenum">
              <a:rPr lang="en-IN" smtClean="0"/>
              <a:t>‹#›</a:t>
            </a:fld>
            <a:endParaRPr lang="en-IN"/>
          </a:p>
        </p:txBody>
      </p:sp>
    </p:spTree>
    <p:extLst>
      <p:ext uri="{BB962C8B-B14F-4D97-AF65-F5344CB8AC3E}">
        <p14:creationId xmlns:p14="http://schemas.microsoft.com/office/powerpoint/2010/main" val="1098299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0CC4B-0762-E92C-568F-B4B07C4ED5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F93F772-D382-B16D-FC88-AE3995F637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9E06E9D-D57A-B8F5-DA19-F33531D3DC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FF6A2B-1122-42BC-1B4B-EC0705CFD67D}"/>
              </a:ext>
            </a:extLst>
          </p:cNvPr>
          <p:cNvSpPr>
            <a:spLocks noGrp="1"/>
          </p:cNvSpPr>
          <p:nvPr>
            <p:ph type="dt" sz="half" idx="10"/>
          </p:nvPr>
        </p:nvSpPr>
        <p:spPr/>
        <p:txBody>
          <a:bodyPr/>
          <a:lstStyle/>
          <a:p>
            <a:fld id="{6DD023A8-8A87-4C85-899A-1EB1F70C6916}" type="datetimeFigureOut">
              <a:rPr lang="en-IN" smtClean="0"/>
              <a:t>19-11-2025</a:t>
            </a:fld>
            <a:endParaRPr lang="en-IN"/>
          </a:p>
        </p:txBody>
      </p:sp>
      <p:sp>
        <p:nvSpPr>
          <p:cNvPr id="6" name="Footer Placeholder 5">
            <a:extLst>
              <a:ext uri="{FF2B5EF4-FFF2-40B4-BE49-F238E27FC236}">
                <a16:creationId xmlns:a16="http://schemas.microsoft.com/office/drawing/2014/main" id="{1181E351-BB3C-3B4B-0FD6-393CB63434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2B0032-B675-10A1-E4E9-9E19DBCE2E43}"/>
              </a:ext>
            </a:extLst>
          </p:cNvPr>
          <p:cNvSpPr>
            <a:spLocks noGrp="1"/>
          </p:cNvSpPr>
          <p:nvPr>
            <p:ph type="sldNum" sz="quarter" idx="12"/>
          </p:nvPr>
        </p:nvSpPr>
        <p:spPr/>
        <p:txBody>
          <a:bodyPr/>
          <a:lstStyle/>
          <a:p>
            <a:fld id="{51CC4C75-8DF4-45A4-B07C-3C39DBE706D2}" type="slidenum">
              <a:rPr lang="en-IN" smtClean="0"/>
              <a:t>‹#›</a:t>
            </a:fld>
            <a:endParaRPr lang="en-IN"/>
          </a:p>
        </p:txBody>
      </p:sp>
    </p:spTree>
    <p:extLst>
      <p:ext uri="{BB962C8B-B14F-4D97-AF65-F5344CB8AC3E}">
        <p14:creationId xmlns:p14="http://schemas.microsoft.com/office/powerpoint/2010/main" val="3062355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1D278-DAB7-22A5-BB49-67F07D8741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A48E7AF-5790-83EE-560F-E75495E678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34E57EB-A924-53E2-CC68-EC164CE8A0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F9C07C-F216-48B1-E93A-D1299A178EB2}"/>
              </a:ext>
            </a:extLst>
          </p:cNvPr>
          <p:cNvSpPr>
            <a:spLocks noGrp="1"/>
          </p:cNvSpPr>
          <p:nvPr>
            <p:ph type="dt" sz="half" idx="10"/>
          </p:nvPr>
        </p:nvSpPr>
        <p:spPr/>
        <p:txBody>
          <a:bodyPr/>
          <a:lstStyle/>
          <a:p>
            <a:fld id="{6DD023A8-8A87-4C85-899A-1EB1F70C6916}" type="datetimeFigureOut">
              <a:rPr lang="en-IN" smtClean="0"/>
              <a:t>19-11-2025</a:t>
            </a:fld>
            <a:endParaRPr lang="en-IN"/>
          </a:p>
        </p:txBody>
      </p:sp>
      <p:sp>
        <p:nvSpPr>
          <p:cNvPr id="6" name="Footer Placeholder 5">
            <a:extLst>
              <a:ext uri="{FF2B5EF4-FFF2-40B4-BE49-F238E27FC236}">
                <a16:creationId xmlns:a16="http://schemas.microsoft.com/office/drawing/2014/main" id="{6582B1AB-9D1F-FAEB-7338-FCDC52CA2B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EA8F78-C3F7-9694-A466-77BF0AD123A9}"/>
              </a:ext>
            </a:extLst>
          </p:cNvPr>
          <p:cNvSpPr>
            <a:spLocks noGrp="1"/>
          </p:cNvSpPr>
          <p:nvPr>
            <p:ph type="sldNum" sz="quarter" idx="12"/>
          </p:nvPr>
        </p:nvSpPr>
        <p:spPr/>
        <p:txBody>
          <a:bodyPr/>
          <a:lstStyle/>
          <a:p>
            <a:fld id="{51CC4C75-8DF4-45A4-B07C-3C39DBE706D2}" type="slidenum">
              <a:rPr lang="en-IN" smtClean="0"/>
              <a:t>‹#›</a:t>
            </a:fld>
            <a:endParaRPr lang="en-IN"/>
          </a:p>
        </p:txBody>
      </p:sp>
    </p:spTree>
    <p:extLst>
      <p:ext uri="{BB962C8B-B14F-4D97-AF65-F5344CB8AC3E}">
        <p14:creationId xmlns:p14="http://schemas.microsoft.com/office/powerpoint/2010/main" val="2406475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FB3BD-B017-A367-ADF3-777A85E94DC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B49B7E-DC14-D383-5DDD-07AA8250C6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88F176-4C5E-71D1-C2D5-2F33E437A310}"/>
              </a:ext>
            </a:extLst>
          </p:cNvPr>
          <p:cNvSpPr>
            <a:spLocks noGrp="1"/>
          </p:cNvSpPr>
          <p:nvPr>
            <p:ph type="dt" sz="half" idx="10"/>
          </p:nvPr>
        </p:nvSpPr>
        <p:spPr/>
        <p:txBody>
          <a:bodyPr/>
          <a:lstStyle/>
          <a:p>
            <a:fld id="{6DD023A8-8A87-4C85-899A-1EB1F70C6916}" type="datetimeFigureOut">
              <a:rPr lang="en-IN" smtClean="0"/>
              <a:t>19-11-2025</a:t>
            </a:fld>
            <a:endParaRPr lang="en-IN"/>
          </a:p>
        </p:txBody>
      </p:sp>
      <p:sp>
        <p:nvSpPr>
          <p:cNvPr id="5" name="Footer Placeholder 4">
            <a:extLst>
              <a:ext uri="{FF2B5EF4-FFF2-40B4-BE49-F238E27FC236}">
                <a16:creationId xmlns:a16="http://schemas.microsoft.com/office/drawing/2014/main" id="{2FEEACD5-6AB1-BF1F-1C44-90DF381E15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83AFE3-2E2B-1165-56D1-06D800EC08F9}"/>
              </a:ext>
            </a:extLst>
          </p:cNvPr>
          <p:cNvSpPr>
            <a:spLocks noGrp="1"/>
          </p:cNvSpPr>
          <p:nvPr>
            <p:ph type="sldNum" sz="quarter" idx="12"/>
          </p:nvPr>
        </p:nvSpPr>
        <p:spPr/>
        <p:txBody>
          <a:bodyPr/>
          <a:lstStyle/>
          <a:p>
            <a:fld id="{51CC4C75-8DF4-45A4-B07C-3C39DBE706D2}" type="slidenum">
              <a:rPr lang="en-IN" smtClean="0"/>
              <a:t>‹#›</a:t>
            </a:fld>
            <a:endParaRPr lang="en-IN"/>
          </a:p>
        </p:txBody>
      </p:sp>
    </p:spTree>
    <p:extLst>
      <p:ext uri="{BB962C8B-B14F-4D97-AF65-F5344CB8AC3E}">
        <p14:creationId xmlns:p14="http://schemas.microsoft.com/office/powerpoint/2010/main" val="4205918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7A5AC1-9391-3256-A938-DECAAAD81F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C61236-E0C5-A9F7-DA61-1D01B12570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C09492-4E1E-5FCE-C2DB-AB01B300C4B9}"/>
              </a:ext>
            </a:extLst>
          </p:cNvPr>
          <p:cNvSpPr>
            <a:spLocks noGrp="1"/>
          </p:cNvSpPr>
          <p:nvPr>
            <p:ph type="dt" sz="half" idx="10"/>
          </p:nvPr>
        </p:nvSpPr>
        <p:spPr/>
        <p:txBody>
          <a:bodyPr/>
          <a:lstStyle/>
          <a:p>
            <a:fld id="{6DD023A8-8A87-4C85-899A-1EB1F70C6916}" type="datetimeFigureOut">
              <a:rPr lang="en-IN" smtClean="0"/>
              <a:t>19-11-2025</a:t>
            </a:fld>
            <a:endParaRPr lang="en-IN"/>
          </a:p>
        </p:txBody>
      </p:sp>
      <p:sp>
        <p:nvSpPr>
          <p:cNvPr id="5" name="Footer Placeholder 4">
            <a:extLst>
              <a:ext uri="{FF2B5EF4-FFF2-40B4-BE49-F238E27FC236}">
                <a16:creationId xmlns:a16="http://schemas.microsoft.com/office/drawing/2014/main" id="{0BDE3908-2E35-D180-2517-7BA4D28077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1BF09D-5A44-A28F-E0A8-2E85760A70C3}"/>
              </a:ext>
            </a:extLst>
          </p:cNvPr>
          <p:cNvSpPr>
            <a:spLocks noGrp="1"/>
          </p:cNvSpPr>
          <p:nvPr>
            <p:ph type="sldNum" sz="quarter" idx="12"/>
          </p:nvPr>
        </p:nvSpPr>
        <p:spPr/>
        <p:txBody>
          <a:bodyPr/>
          <a:lstStyle/>
          <a:p>
            <a:fld id="{51CC4C75-8DF4-45A4-B07C-3C39DBE706D2}" type="slidenum">
              <a:rPr lang="en-IN" smtClean="0"/>
              <a:t>‹#›</a:t>
            </a:fld>
            <a:endParaRPr lang="en-IN"/>
          </a:p>
        </p:txBody>
      </p:sp>
    </p:spTree>
    <p:extLst>
      <p:ext uri="{BB962C8B-B14F-4D97-AF65-F5344CB8AC3E}">
        <p14:creationId xmlns:p14="http://schemas.microsoft.com/office/powerpoint/2010/main" val="4189490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42310-7EAB-F91D-A614-48B8EC2BF6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972844-BEB5-89B9-C08C-EB05A41CF5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131E3B-5C76-6015-EFA7-0B8C7CD324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D023A8-8A87-4C85-899A-1EB1F70C6916}" type="datetimeFigureOut">
              <a:rPr lang="en-IN" smtClean="0"/>
              <a:t>19-11-2025</a:t>
            </a:fld>
            <a:endParaRPr lang="en-IN"/>
          </a:p>
        </p:txBody>
      </p:sp>
      <p:sp>
        <p:nvSpPr>
          <p:cNvPr id="5" name="Footer Placeholder 4">
            <a:extLst>
              <a:ext uri="{FF2B5EF4-FFF2-40B4-BE49-F238E27FC236}">
                <a16:creationId xmlns:a16="http://schemas.microsoft.com/office/drawing/2014/main" id="{D9083471-9CC5-7087-AFFD-AE04EE7285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AB7D7B0-591E-0CF8-710D-C4B3C59FA0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CC4C75-8DF4-45A4-B07C-3C39DBE706D2}" type="slidenum">
              <a:rPr lang="en-IN" smtClean="0"/>
              <a:t>‹#›</a:t>
            </a:fld>
            <a:endParaRPr lang="en-IN"/>
          </a:p>
        </p:txBody>
      </p:sp>
    </p:spTree>
    <p:extLst>
      <p:ext uri="{BB962C8B-B14F-4D97-AF65-F5344CB8AC3E}">
        <p14:creationId xmlns:p14="http://schemas.microsoft.com/office/powerpoint/2010/main" val="406239581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8C6E2F9-486B-5460-7778-AECFEC4B048F}"/>
              </a:ext>
            </a:extLst>
          </p:cNvPr>
          <p:cNvSpPr txBox="1"/>
          <p:nvPr/>
        </p:nvSpPr>
        <p:spPr>
          <a:xfrm>
            <a:off x="1063256" y="751344"/>
            <a:ext cx="10065487" cy="2677656"/>
          </a:xfrm>
          <a:prstGeom prst="rect">
            <a:avLst/>
          </a:prstGeom>
          <a:noFill/>
          <a:ln w="12700">
            <a:solidFill>
              <a:schemeClr val="bg1"/>
            </a:solidFill>
          </a:ln>
        </p:spPr>
        <p:txBody>
          <a:bodyPr wrap="square" rtlCol="0">
            <a:spAutoFit/>
          </a:bodyPr>
          <a:lstStyle/>
          <a:p>
            <a:r>
              <a:rPr lang="en-US" sz="2800" dirty="0">
                <a:solidFill>
                  <a:schemeClr val="bg1"/>
                </a:solidFill>
                <a:latin typeface="Aptos Display" panose="020B0004020202020204" pitchFamily="34" charset="0"/>
              </a:rPr>
              <a:t>Create a Festival Stall Pre-Order and Pickup Website where  people can see stall menus, place food orders online, and choose a pickup time so they don’t have to stand in long lines. Stall owners will receive the orders instantly on their dashboard and can update the order status to Preparing or Ready for Pickup to make the process faster and organized.</a:t>
            </a:r>
            <a:endParaRPr lang="en-IN" sz="2800" dirty="0">
              <a:solidFill>
                <a:schemeClr val="bg1"/>
              </a:solidFill>
              <a:latin typeface="Aptos Display" panose="020B0004020202020204" pitchFamily="34" charset="0"/>
            </a:endParaRPr>
          </a:p>
        </p:txBody>
      </p:sp>
      <p:sp>
        <p:nvSpPr>
          <p:cNvPr id="5" name="TextBox 4">
            <a:extLst>
              <a:ext uri="{FF2B5EF4-FFF2-40B4-BE49-F238E27FC236}">
                <a16:creationId xmlns:a16="http://schemas.microsoft.com/office/drawing/2014/main" id="{D2AAD487-6818-CFE3-B1FB-3DCE17A8BB71}"/>
              </a:ext>
            </a:extLst>
          </p:cNvPr>
          <p:cNvSpPr txBox="1"/>
          <p:nvPr/>
        </p:nvSpPr>
        <p:spPr>
          <a:xfrm>
            <a:off x="838538" y="3775001"/>
            <a:ext cx="1446028" cy="369332"/>
          </a:xfrm>
          <a:prstGeom prst="rect">
            <a:avLst/>
          </a:prstGeom>
          <a:noFill/>
        </p:spPr>
        <p:txBody>
          <a:bodyPr wrap="square" rtlCol="0">
            <a:spAutoFit/>
          </a:bodyPr>
          <a:lstStyle/>
          <a:p>
            <a:r>
              <a:rPr lang="en-IN" dirty="0">
                <a:solidFill>
                  <a:schemeClr val="bg1"/>
                </a:solidFill>
                <a:latin typeface="Aptos Display" panose="020B0004020202020204" pitchFamily="34" charset="0"/>
              </a:rPr>
              <a:t>Group-31:</a:t>
            </a:r>
          </a:p>
        </p:txBody>
      </p:sp>
      <p:graphicFrame>
        <p:nvGraphicFramePr>
          <p:cNvPr id="6" name="Table 5">
            <a:extLst>
              <a:ext uri="{FF2B5EF4-FFF2-40B4-BE49-F238E27FC236}">
                <a16:creationId xmlns:a16="http://schemas.microsoft.com/office/drawing/2014/main" id="{10F6F738-76C7-C396-38D5-625582417864}"/>
              </a:ext>
            </a:extLst>
          </p:cNvPr>
          <p:cNvGraphicFramePr>
            <a:graphicFrameLocks noGrp="1"/>
          </p:cNvGraphicFramePr>
          <p:nvPr>
            <p:extLst>
              <p:ext uri="{D42A27DB-BD31-4B8C-83A1-F6EECF244321}">
                <p14:modId xmlns:p14="http://schemas.microsoft.com/office/powerpoint/2010/main" val="1167530081"/>
              </p:ext>
            </p:extLst>
          </p:nvPr>
        </p:nvGraphicFramePr>
        <p:xfrm>
          <a:off x="928361" y="4404476"/>
          <a:ext cx="4481258" cy="1453934"/>
        </p:xfrm>
        <a:graphic>
          <a:graphicData uri="http://schemas.openxmlformats.org/drawingml/2006/table">
            <a:tbl>
              <a:tblPr firstRow="1" bandRow="1">
                <a:tableStyleId>{5940675A-B579-460E-94D1-54222C63F5DA}</a:tableStyleId>
              </a:tblPr>
              <a:tblGrid>
                <a:gridCol w="2303451">
                  <a:extLst>
                    <a:ext uri="{9D8B030D-6E8A-4147-A177-3AD203B41FA5}">
                      <a16:colId xmlns:a16="http://schemas.microsoft.com/office/drawing/2014/main" val="3016200473"/>
                    </a:ext>
                  </a:extLst>
                </a:gridCol>
                <a:gridCol w="2177807">
                  <a:extLst>
                    <a:ext uri="{9D8B030D-6E8A-4147-A177-3AD203B41FA5}">
                      <a16:colId xmlns:a16="http://schemas.microsoft.com/office/drawing/2014/main" val="3035097236"/>
                    </a:ext>
                  </a:extLst>
                </a:gridCol>
              </a:tblGrid>
              <a:tr h="726967">
                <a:tc>
                  <a:txBody>
                    <a:bodyPr/>
                    <a:lstStyle/>
                    <a:p>
                      <a:pPr algn="ctr"/>
                      <a:r>
                        <a:rPr lang="en-IN" b="0" dirty="0">
                          <a:solidFill>
                            <a:schemeClr val="bg1"/>
                          </a:solidFill>
                        </a:rPr>
                        <a:t>ABHISHEK KUMAR </a:t>
                      </a:r>
                      <a:endParaRPr lang="en-IN" b="0"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alpha val="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b="0" dirty="0">
                          <a:solidFill>
                            <a:schemeClr val="bg1"/>
                          </a:solidFill>
                        </a:rPr>
                        <a:t>BT22CSE095</a:t>
                      </a:r>
                    </a:p>
                    <a:p>
                      <a:pPr algn="ctr"/>
                      <a:endParaRPr lang="en-IN" dirty="0"/>
                    </a:p>
                  </a:txBody>
                  <a:tcPr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alpha val="0"/>
                      </a:schemeClr>
                    </a:solidFill>
                  </a:tcPr>
                </a:tc>
                <a:extLst>
                  <a:ext uri="{0D108BD9-81ED-4DB2-BD59-A6C34878D82A}">
                    <a16:rowId xmlns:a16="http://schemas.microsoft.com/office/drawing/2014/main" val="3122750852"/>
                  </a:ext>
                </a:extLst>
              </a:tr>
              <a:tr h="726967">
                <a:tc>
                  <a:txBody>
                    <a:bodyPr/>
                    <a:lstStyle/>
                    <a:p>
                      <a:pPr algn="ctr"/>
                      <a:r>
                        <a:rPr lang="en-IN" dirty="0">
                          <a:solidFill>
                            <a:schemeClr val="bg1"/>
                          </a:solidFill>
                        </a:rPr>
                        <a:t>THUDAM HARSHITH </a:t>
                      </a:r>
                      <a:endParaRPr lang="en-IN"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alpha val="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solidFill>
                            <a:schemeClr val="bg1"/>
                          </a:solidFill>
                        </a:rPr>
                        <a:t>BT22CSE072</a:t>
                      </a:r>
                    </a:p>
                    <a:p>
                      <a:pPr algn="ctr"/>
                      <a:endParaRPr lang="en-IN" dirty="0"/>
                    </a:p>
                  </a:txBody>
                  <a:tcPr anchor="b">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alpha val="0"/>
                      </a:schemeClr>
                    </a:solidFill>
                  </a:tcPr>
                </a:tc>
                <a:extLst>
                  <a:ext uri="{0D108BD9-81ED-4DB2-BD59-A6C34878D82A}">
                    <a16:rowId xmlns:a16="http://schemas.microsoft.com/office/drawing/2014/main" val="679137043"/>
                  </a:ext>
                </a:extLst>
              </a:tr>
            </a:tbl>
          </a:graphicData>
        </a:graphic>
      </p:graphicFrame>
    </p:spTree>
    <p:extLst>
      <p:ext uri="{BB962C8B-B14F-4D97-AF65-F5344CB8AC3E}">
        <p14:creationId xmlns:p14="http://schemas.microsoft.com/office/powerpoint/2010/main" val="7701551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2DEF80-52DE-DF0C-E38B-3CC0088DC7AE}"/>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contrast="20000"/>
                    </a14:imgEffect>
                  </a14:imgLayer>
                </a14:imgProps>
              </a:ext>
            </a:extLst>
          </a:blip>
          <a:srcRect l="1123" r="935"/>
          <a:stretch>
            <a:fillRect/>
          </a:stretch>
        </p:blipFill>
        <p:spPr>
          <a:xfrm>
            <a:off x="413704" y="319949"/>
            <a:ext cx="11364592" cy="5712255"/>
          </a:xfrm>
          <a:prstGeom prst="rect">
            <a:avLst/>
          </a:prstGeom>
        </p:spPr>
      </p:pic>
    </p:spTree>
    <p:extLst>
      <p:ext uri="{BB962C8B-B14F-4D97-AF65-F5344CB8AC3E}">
        <p14:creationId xmlns:p14="http://schemas.microsoft.com/office/powerpoint/2010/main" val="18975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B42258A-A6AD-6377-1990-7DB1D4A99DC5}"/>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contrast="20000"/>
                    </a14:imgEffect>
                  </a14:imgLayer>
                </a14:imgProps>
              </a:ext>
            </a:extLst>
          </a:blip>
          <a:srcRect l="1186" t="1550"/>
          <a:stretch>
            <a:fillRect/>
          </a:stretch>
        </p:blipFill>
        <p:spPr>
          <a:xfrm>
            <a:off x="295639" y="53163"/>
            <a:ext cx="11034427" cy="6751674"/>
          </a:xfrm>
          <a:prstGeom prst="rect">
            <a:avLst/>
          </a:prstGeom>
        </p:spPr>
      </p:pic>
    </p:spTree>
    <p:extLst>
      <p:ext uri="{BB962C8B-B14F-4D97-AF65-F5344CB8AC3E}">
        <p14:creationId xmlns:p14="http://schemas.microsoft.com/office/powerpoint/2010/main" val="40576319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TotalTime>
  <Words>73</Words>
  <Application>Microsoft Office PowerPoint</Application>
  <PresentationFormat>Widescreen</PresentationFormat>
  <Paragraphs>6</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 Display</vt: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Abhishek Kumar</dc:creator>
  <cp:lastModifiedBy>Abhishek Kumar</cp:lastModifiedBy>
  <cp:revision>1</cp:revision>
  <dcterms:created xsi:type="dcterms:W3CDTF">2025-11-18T20:13:36Z</dcterms:created>
  <dcterms:modified xsi:type="dcterms:W3CDTF">2025-11-18T20:37:42Z</dcterms:modified>
</cp:coreProperties>
</file>